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4D4E6"/>
                </a:solidFill>
                <a:latin typeface="Calibri"/>
                <a:ea typeface="微软雅黑"/>
                <a:cs typeface="Calibri"/>
              </a:rPr>
              <a:t>CNS 三大主刊 ｜ 2026 年 10 月 15 日当周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生物医学文献汇报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72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8EEF4"/>
                </a:solidFill>
                <a:latin typeface="Calibri"/>
                <a:ea typeface="微软雅黑"/>
                <a:cs typeface="Calibri"/>
              </a:rPr>
              <a:t>12 篇研究论文  ·  一文一页  ·  主要内容总结 + 关键结论 + 主图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23560"/>
            <a:ext cx="109728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D4E6"/>
                </a:solidFill>
                <a:latin typeface="Calibri"/>
                <a:ea typeface="微软雅黑"/>
                <a:cs typeface="Calibri"/>
              </a:rPr>
              <a:t>Cell  Vol.189 Issue 21    Nature  Vol.658 Issue 8136    Science  Vol.394 Issue 6821
范围：研究论文（Article）。主图优先采用 Graphical Abstract 或 Figure 1。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目录  ·  12 篇一文一页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8BC7"/>
                </a:solidFill>
                <a:latin typeface="Calibri"/>
                <a:ea typeface="微软雅黑"/>
                <a:cs typeface="Calibri"/>
              </a:rPr>
              <a:t>你点名的 3 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71016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08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71016"/>
            <a:ext cx="384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271016"/>
            <a:ext cx="10698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[Cell]  用蛋白降解驱动比例型转录激活，把“蛋白变少”变成可筛选信号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08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84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600200"/>
            <a:ext cx="10698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[Cell]  雌激素重编程 STING，促使 NET“功能性抗原屏蔽”，造成 ADC 的女性偏倚耐药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29384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08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29384"/>
            <a:ext cx="384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929384"/>
            <a:ext cx="10698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[Cell]  B 细胞“征用”古老 LINE-1，借助 HUSH 把 AID 精确带到 VH 基因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31720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较高相关 5 篇（递送 / NDD 窗口 / 皮层发育）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42616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42616"/>
            <a:ext cx="384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642616"/>
            <a:ext cx="10698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[Nature]  AI 设计合成蛋白组装体，做成比病毒/LNP 更强的 RNA 递送载具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71800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971800"/>
            <a:ext cx="384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971800"/>
            <a:ext cx="10698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[Nature]  Binding-to-release：结合口袋里就裂解，靶向递药不再依赖内吞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300984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00984"/>
            <a:ext cx="384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300984"/>
            <a:ext cx="10698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[Nature]  成体恢复海马 PV 中间神经元可塑性，可逆转神经发育障碍的认知与癫痫表型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630168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630168"/>
            <a:ext cx="384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630168"/>
            <a:ext cx="10698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[Nature]  皮层类器官里放射状胶质细胞“会报时、不会报分”：谱系时序与体内脱钩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959352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959352"/>
            <a:ext cx="384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959352"/>
            <a:ext cx="10698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[Cell]  早期人皮层代谢图谱：糖酵解/磷酸戊糖途径开关决定放射状胶质命运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61688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D7A"/>
                </a:solidFill>
                <a:latin typeface="Calibri"/>
                <a:ea typeface="微软雅黑"/>
                <a:cs typeface="Calibri"/>
              </a:rPr>
              <a:t>中等相关 4 篇（胶质 / 神经保护 / AD / 树突计算）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672584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672584"/>
            <a:ext cx="384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672584"/>
            <a:ext cx="10698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[Nature]  发育中人皮层四种胶质细胞的 3D 表观基因组，定位精分风险与人加速区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001768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001768"/>
            <a:ext cx="384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001768"/>
            <a:ext cx="10698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[Nature]  补体 H 因子在神经元细胞内抗铁死亡，保护炎症中的中枢神经元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330952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330952"/>
            <a:ext cx="384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330952"/>
            <a:ext cx="10698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[Nature]  兴奋性神经元异常表达 ERBB4 是阿尔茨海默病早期病理的驱动因素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660136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660136"/>
            <a:ext cx="384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660136"/>
            <a:ext cx="10698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[Science]  灵活决策的细胞计算：顶端树突编码抽象规则，胞体编码感觉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660196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CNS 三大主刊 2026.10.15 ｜生物医学文献汇报（一文一页）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0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201168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008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201168"/>
            <a:ext cx="12344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用蛋白降解驱动比例型转录激活，把“蛋白变少”变成可筛选信号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12064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0DCE8"/>
                </a:solidFill>
                <a:latin typeface="Calibri"/>
                <a:ea typeface="微软雅黑"/>
                <a:cs typeface="Calibri"/>
              </a:rPr>
              <a:t>Ratiometric transcriptional activation by protein degradation  ·  Gray / Banik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1078992"/>
            <a:ext cx="5742432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152144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BC7"/>
                </a:solidFill>
                <a:latin typeface="Calibri"/>
                <a:ea typeface="微软雅黑"/>
                <a:cs typeface="Calibri"/>
              </a:rPr>
              <a:t>主要内容总结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426464"/>
            <a:ext cx="548640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关键设计不是两套降解通路，而是一条融合肽：POI–FKBP12F36V–AcrIIA4。Acr 抱住 dCas9-VPR，灯关着；蛋白酶体拖走目标蛋白时整条链一起没，Acr 跟着没，dCas9 被释放去开 GFP。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3529584"/>
            <a:ext cx="57424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358444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BC7"/>
                </a:solidFill>
                <a:latin typeface="Calibri"/>
                <a:ea typeface="微软雅黑"/>
                <a:cs typeface="Calibri"/>
              </a:rPr>
              <a:t>关键结论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58768"/>
            <a:ext cx="55229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POI、FKBP12F36V 和 AcrIIA4 是同一条肽：目标蛋白进蛋白酶体，抑制剂作为同一分子跟着被水解。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灵敏度由起始 Acr / dCas9-VPR 比例决定，小降幅可放大 100–1000 倍。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三路正交 dCas–Acr 可同时读多个靶点；已筛到新的分子胶。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925312"/>
            <a:ext cx="5742432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Melissa A. Gray, Steven M. Banik 等  ·  Stanford  ·  Cell 189, 6666–6683 (2026)  ·  DOI: 10.1016/j.cell.2026.08.009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115568"/>
            <a:ext cx="5833872" cy="534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170432"/>
            <a:ext cx="55595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主图  Graphical abstract（来源：Cell）</a:t>
            </a:r>
          </a:p>
        </p:txBody>
      </p:sp>
      <p:pic>
        <p:nvPicPr>
          <p:cNvPr id="17" name="Picture 16" descr="rta_g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956" y="1426464"/>
            <a:ext cx="4928616" cy="492861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60196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CNS 三大主刊 2026.10.15 ｜生物医学文献汇报（一文一页）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1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201168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008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201168"/>
            <a:ext cx="12344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雌激素重编程 STING，促使 NET“功能性抗原屏蔽”，造成 ADC 的女性偏倚耐药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12064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0DCE8"/>
                </a:solidFill>
                <a:latin typeface="Calibri"/>
                <a:ea typeface="微软雅黑"/>
                <a:cs typeface="Calibri"/>
              </a:rPr>
              <a:t>STING reprogramming by estrogen … sex-biased resistance to ADC therapy  ·  Yan / Hao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1078992"/>
            <a:ext cx="5742432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152144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BC7"/>
                </a:solidFill>
                <a:latin typeface="Calibri"/>
                <a:ea typeface="微软雅黑"/>
                <a:cs typeface="Calibri"/>
              </a:rPr>
              <a:t>主要内容总结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426464"/>
            <a:ext cx="548640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雌性对 CLDN18.2-ADC 耐药，不是抗原更低，而是雌激素促使 NET 挡住抗体，形成“功能性抗原屏蔽”。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3529584"/>
            <a:ext cx="57424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358444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BC7"/>
                </a:solidFill>
                <a:latin typeface="Calibri"/>
                <a:ea typeface="微软雅黑"/>
                <a:cs typeface="Calibri"/>
              </a:rPr>
              <a:t>关键结论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58768"/>
            <a:ext cx="55229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55 例人源化 PDX：抗原相当，雌性对 CLDN18.2-ADC 仍耐药。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通路：雌激素–GPER1–TRAF6，STING 从 IFN 转到 CXCL1/NET。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西维来司他可恢复疗效；NET 负荷也与多种抗体疗法疗效差相关。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925312"/>
            <a:ext cx="5742432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闫璟瑞、周天兴、石尚亨、王滨、郝继辉 等  ·  天津医科大学肿瘤医院  ·  Cell 189, 6752–6770 (2026)  ·  DOI: 10.1016/j.cell.2026.09.031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115568"/>
            <a:ext cx="5833872" cy="534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170432"/>
            <a:ext cx="55595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主图  Graphical abstract（来源：Cell）</a:t>
            </a:r>
          </a:p>
        </p:txBody>
      </p:sp>
      <p:pic>
        <p:nvPicPr>
          <p:cNvPr id="17" name="Picture 16" descr="sting_g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956" y="1426464"/>
            <a:ext cx="4928616" cy="492861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60196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CNS 三大主刊 2026.10.15 ｜生物医学文献汇报（一文一页）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2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201168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008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201168"/>
            <a:ext cx="12344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B 细胞“征用”古老 LINE-1，借助 HUSH 把 AID 精确带到 VH 基因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12064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0DCE8"/>
                </a:solidFill>
                <a:latin typeface="Calibri"/>
                <a:ea typeface="微软雅黑"/>
                <a:cs typeface="Calibri"/>
              </a:rPr>
              <a:t>Co-option of retrotransposons promotes antibody diversification  ·  Lauring / Basu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1078992"/>
            <a:ext cx="5742432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152144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BC7"/>
                </a:solidFill>
                <a:latin typeface="Calibri"/>
                <a:ea typeface="微软雅黑"/>
                <a:cs typeface="Calibri"/>
              </a:rPr>
              <a:t>主要内容总结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426464"/>
            <a:ext cx="548640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AID 为何专打免疫球蛋白可变区？答案是 VH 上游的古老 LINE-1：B 细胞借 HUSH 把 AID 精确带到重排后的 VH 基因。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3529584"/>
            <a:ext cx="57424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358444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BC7"/>
                </a:solidFill>
                <a:latin typeface="Calibri"/>
                <a:ea typeface="微软雅黑"/>
                <a:cs typeface="Calibri"/>
              </a:rPr>
              <a:t>关键结论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58768"/>
            <a:ext cx="55229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多数 VH 上游有古老、已无转座能力的 L1，经反义 RNA 招募 HUSH/AID。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去掉 HUSH 或上游 L1，小鼠体内超突变下降。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L1 插到非 Ig 位点会引发脱靶突变：固有免疫机制被征用做抗体多样化。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925312"/>
            <a:ext cx="5742432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Max C. Lauring, Jiguang Wang, Uttiya Basu 等  ·  Columbia / HKUST  ·  Cell 189, 6684–6704 (2026)  ·  DOI: 10.1016/j.cell.2026.07.021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115568"/>
            <a:ext cx="5833872" cy="534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170432"/>
            <a:ext cx="55595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主图  Graphical abstract（来源：Cell）</a:t>
            </a:r>
          </a:p>
        </p:txBody>
      </p:sp>
      <p:pic>
        <p:nvPicPr>
          <p:cNvPr id="17" name="Picture 16" descr="l1_g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956" y="1426464"/>
            <a:ext cx="4928616" cy="492861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60196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CNS 三大主刊 2026.10.15 ｜生物医学文献汇报（一文一页）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3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201168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201168"/>
            <a:ext cx="12344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AI 设计合成蛋白组装体，做成比病毒/LNP 更强的 RNA 递送载具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12064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0DCE8"/>
                </a:solidFill>
                <a:latin typeface="Calibri"/>
                <a:ea typeface="微软雅黑"/>
                <a:cs typeface="Calibri"/>
              </a:rPr>
              <a:t>Creating bottom-up RNA transfer vehicles from synthetic protein assemblies  ·  Schuhmacher / Wurst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1078992"/>
            <a:ext cx="5742432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152144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主要内容总结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426464"/>
            <a:ext cx="548640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用 AI 设计合成蛋白组装体，自下而上做 RNA 载具，绕开天然衣壳的形状限制，实现高效、可编程递送。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3529584"/>
            <a:ext cx="57424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358444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关键结论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58768"/>
            <a:ext cx="55229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最优为平面 C8 对称的 STV-C8，效率高于病毒样颗粒和临床 LNP。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可用设计肽改写嗜性；可运载编辑器、抗病毒 RNA、转录因子。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小鼠安全性良好；猪和患者细胞中递送 Cas9，删除 dystrophin 外显子 51。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925312"/>
            <a:ext cx="5742432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Maren Kirstin Schuhmacher, Wolfgang Wurst 等  ·  Helmholtz / TUM  ·  Nature 658, 805–814 (2026)  ·  DOI: 10.1038/s41586-026-10952-3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115568"/>
            <a:ext cx="5833872" cy="534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170432"/>
            <a:ext cx="55595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主图  Figure 1（来源：Nature）</a:t>
            </a:r>
          </a:p>
        </p:txBody>
      </p:sp>
      <p:pic>
        <p:nvPicPr>
          <p:cNvPr id="17" name="Picture 16" descr="stv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015" y="1426464"/>
            <a:ext cx="4244497" cy="492861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60196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CNS 三大主刊 2026.10.15 ｜生物医学文献汇报（一文一页）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4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201168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201168"/>
            <a:ext cx="12344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Binding-to-release：结合口袋里就裂解，靶向递药不再依赖内吞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12064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0DCE8"/>
                </a:solidFill>
                <a:latin typeface="Calibri"/>
                <a:ea typeface="微软雅黑"/>
                <a:cs typeface="Calibri"/>
              </a:rPr>
              <a:t>A binding-to-release strategy for targeted anticancer drug delivery  ·  Wen / Liu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1078992"/>
            <a:ext cx="5742432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152144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主要内容总结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426464"/>
            <a:ext cx="548640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传统偶联药物必须内吞才释放。本文让配体一结合就在口袋里切断连接子，内吞差的靶点也能用。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3529584"/>
            <a:ext cx="57424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358444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关键结论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58768"/>
            <a:ext cx="55229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PhoPEx 连接子在 FAP Tyr745 处邻近触发裂解，不走溶酶体。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瘤内 MMAE 暴露为内吞依赖 SMDC 的 5.9 倍，瘤/血、瘤/肝比更高。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多种瘤模型接近完全消退；已扩展到 PD-L1 和 FAP 肽。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925312"/>
            <a:ext cx="5742432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文梓豪、徐梦欣、刘志博 等  ·  北京大学  ·  Nature 658, 785–794 (2026)  ·  DOI: 10.1038/s41586-026-10971-0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115568"/>
            <a:ext cx="5833872" cy="534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170432"/>
            <a:ext cx="55595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主图  Figure 1（来源：Nature）</a:t>
            </a:r>
          </a:p>
        </p:txBody>
      </p:sp>
      <p:pic>
        <p:nvPicPr>
          <p:cNvPr id="17" name="Picture 16" descr="bt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687" y="1426464"/>
            <a:ext cx="3801154" cy="492861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60196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CNS 三大主刊 2026.10.15 ｜生物医学文献汇报（一文一页）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5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201168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201168"/>
            <a:ext cx="12344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成体恢复海马 PV 中间神经元可塑性，可逆转神经发育障碍的认知与癫痫表型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12064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0DCE8"/>
                </a:solidFill>
                <a:latin typeface="Calibri"/>
                <a:ea typeface="微软雅黑"/>
                <a:cs typeface="Calibri"/>
              </a:rPr>
              <a:t>Procognitive restoration of PV neuron plasticity in neurodevelopmental disorders  ·  Shih / Sahay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1078992"/>
            <a:ext cx="5742432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152144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主要内容总结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426464"/>
            <a:ext cx="548640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神经发育障碍未必成年不可逆。在海马 PV 中间神经元中恢复经验依赖可塑性，即可改善认知并压住癫痫。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3529584"/>
            <a:ext cx="57424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358444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关键结论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58768"/>
            <a:ext cx="55229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成体 CA3/CA2 的 XPG 中，大量基因在自闭/癫痫/精分呈单倍不足。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成年 Cntnap2−/− 小鼠 PV 神经元上调 Meis2，可恢复可塑性与 E/I 平衡。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空间/社会记忆、尖波涟漪改善，癫痫被抑制。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925312"/>
            <a:ext cx="5742432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Yu-Tzu Shih, Amar Sahay 等  ·  MGH / Harvard  ·  Nature 658, 725 附近 (2026)  ·  DOI: 10.1038/s41586-026-10907-8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115568"/>
            <a:ext cx="5833872" cy="534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170432"/>
            <a:ext cx="55595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主图  Figure 1（来源：Nature）</a:t>
            </a:r>
          </a:p>
        </p:txBody>
      </p:sp>
      <p:pic>
        <p:nvPicPr>
          <p:cNvPr id="17" name="Picture 16" descr="pv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264" y="1426464"/>
            <a:ext cx="4132000" cy="492861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60196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CNS 三大主刊 2026.10.15 ｜生物医学文献汇报（一文一页）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6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201168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201168"/>
            <a:ext cx="12344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皮层类器官里放射状胶质细胞“会报时、不会报分”：谱系时序与体内脱钩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12064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0DCE8"/>
                </a:solidFill>
                <a:latin typeface="Calibri"/>
                <a:ea typeface="微软雅黑"/>
                <a:cs typeface="Calibri"/>
              </a:rPr>
              <a:t>Temporal uncoupling of radial glia lineage progression in cortical organoids  ·  Stouffer / Hippenmeyer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1078992"/>
            <a:ext cx="5742432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152144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主要内容总结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426464"/>
            <a:ext cx="548640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MADM 显示：皮层类器官里的放射状胶质细胞会“报时、不会报分”——谱系时钟与体内脱钩，缺的是龛位信号。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3529584"/>
            <a:ext cx="57424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358444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关键结论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58768"/>
            <a:ext cx="55229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类器官 RGP 增殖高度可塑，不再按体内刻板时钟推进。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约 1/3 克隆命运受限（体内约 3%），克隆内神经元多样性下降。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转录身份仍均一，缺的是龛位信号；筛药时要分开“药无效”和“模型缺时序”。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925312"/>
            <a:ext cx="5742432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Melissa Stouffer, Simon Hippenmeyer 等  ·  ISTA  ·  Nature 658, 716–724 (2026)  ·  DOI: 10.1038/s41586-026-10916-7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115568"/>
            <a:ext cx="5833872" cy="534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170432"/>
            <a:ext cx="55595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主图  Figure 1（来源：Nature）</a:t>
            </a:r>
          </a:p>
        </p:txBody>
      </p:sp>
      <p:pic>
        <p:nvPicPr>
          <p:cNvPr id="17" name="Picture 16" descr="rgp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686" y="1426464"/>
            <a:ext cx="4199155" cy="492861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60196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CNS 三大主刊 2026.10.15 ｜生物医学文献汇报（一文一页）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7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201168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008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201168"/>
            <a:ext cx="12344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早期人皮层代谢图谱：糖酵解/磷酸戊糖途径开关决定放射状胶质命运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12064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0DCE8"/>
                </a:solidFill>
                <a:latin typeface="Calibri"/>
                <a:ea typeface="微软雅黑"/>
                <a:cs typeface="Calibri"/>
              </a:rPr>
              <a:t>Metabolic atlas of early human cortex … PPP control of cell fate  ·  Mil / Bhaduri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1078992"/>
            <a:ext cx="5742432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152144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BC7"/>
                </a:solidFill>
                <a:latin typeface="Calibri"/>
                <a:ea typeface="微软雅黑"/>
                <a:cs typeface="Calibri"/>
              </a:rPr>
              <a:t>主要内容总结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426464"/>
            <a:ext cx="548640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绘制早期人皮层代谢图谱，发现磷酸戊糖途径是放射状胶质命运的开关。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3529584"/>
            <a:ext cx="57424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358444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BC7"/>
                </a:solidFill>
                <a:latin typeface="Calibri"/>
                <a:ea typeface="微软雅黑"/>
                <a:cs typeface="Calibri"/>
              </a:rPr>
              <a:t>关键结论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58768"/>
            <a:ext cx="55229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晚期神经发生时糖酵解和 PPP 意外升高。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降糖或抑制 G6PD/TKT → oRG 和抑制性神经元增多。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补核糖可挽救 RG 基因、细胞组成，并恢复 ATP 与亚牛磺酸。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925312"/>
            <a:ext cx="5742432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Jessenya Mil, Heather Christofk, Aparna Bhaduri 等  ·  UCLA  ·  Cell 189, 6810–6828 (2026)  ·  DOI: 10.1016/j.cell.2026.07.023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115568"/>
            <a:ext cx="5833872" cy="534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170432"/>
            <a:ext cx="55595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主图  Graphical abstract（来源：Cell）</a:t>
            </a:r>
          </a:p>
        </p:txBody>
      </p:sp>
      <p:pic>
        <p:nvPicPr>
          <p:cNvPr id="17" name="Picture 16" descr="metab_g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956" y="1426464"/>
            <a:ext cx="4928616" cy="492861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60196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CNS 三大主刊 2026.10.15 ｜生物医学文献汇报（一文一页）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8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201168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201168"/>
            <a:ext cx="12344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发育中人皮层四种胶质细胞的 3D 表观基因组，定位精分风险与人加速区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12064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0DCE8"/>
                </a:solidFill>
                <a:latin typeface="Calibri"/>
                <a:ea typeface="微软雅黑"/>
                <a:cs typeface="Calibri"/>
              </a:rPr>
              <a:t>3D epigenome of glial cell types in developing human cortex  ·  Jones / Shen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1078992"/>
            <a:ext cx="5742432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152144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主要内容总结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426464"/>
            <a:ext cx="548640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画出中孕期四种胶质的 3D 表观组，把精神分裂症非编码风险和人加速区落到胶质特异增强子上。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3529584"/>
            <a:ext cx="57424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358444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关键结论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58768"/>
            <a:ext cx="55229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分选 vRG、oRG、OPC、小胶质，整合 RNA/ATAC/甲基化/PLAC-seq。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112 个精分风险位点落在胶质 cCRE；rs4449074 可破坏 vRG 增强子。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oRG 的 cCRE 富集人加速区，部分活性与黑猩猩直向同源不同。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925312"/>
            <a:ext cx="5742432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Ian R. Jones, Li Wang, Yin Shen, Arnold Kriegstein 等  ·  UCSF  ·  Nature 658, 795–804 (2026)  ·  DOI: 10.1038/s41586-026-10987-6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115568"/>
            <a:ext cx="5833872" cy="534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170432"/>
            <a:ext cx="55595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主图  Figure 1（来源：Nature）</a:t>
            </a:r>
          </a:p>
        </p:txBody>
      </p:sp>
      <p:pic>
        <p:nvPicPr>
          <p:cNvPr id="17" name="Picture 16" descr="glia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2246865"/>
            <a:ext cx="5614416" cy="328781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60196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CNS 三大主刊 2026.10.15 ｜生物医学文献汇报（一文一页）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201168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201168"/>
            <a:ext cx="12344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补体 H 因子在神经元细胞内抗铁死亡，保护炎症中的中枢神经元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12064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0DCE8"/>
                </a:solidFill>
                <a:latin typeface="Calibri"/>
                <a:ea typeface="微软雅黑"/>
                <a:cs typeface="Calibri"/>
              </a:rPr>
              <a:t>Intracellular complement factor H protects neurons during CNS inflammation  ·  Mayer / Friese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1078992"/>
            <a:ext cx="5742432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152144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主要内容总结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426464"/>
            <a:ext cx="548640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补体 H 因子不只在胞外调补体：它在神经元细胞内抗铁死亡，是炎症中神经元耐受力的内在机制。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3529584"/>
            <a:ext cx="57424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358444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关键结论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58768"/>
            <a:ext cx="55229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CFH 定位内质网，限制 ROS 和脂质过氧化，对抗铁死亡。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保护靠 C 端 SCR20，不依赖分泌，也不依赖 C3。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神经元缺 CFH 使 EAE 更重；补回胞内 CFH/SCR20 可改善恢复。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925312"/>
            <a:ext cx="5742432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Christina Mayer, Marcel S. Woo, Manuel A. Friese 等  ·  Hamburg INIMS  ·  Nature 658, 765–773 (2026)  ·  DOI: 10.1038/s41586-026-10981-y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115568"/>
            <a:ext cx="5833872" cy="534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170432"/>
            <a:ext cx="55595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主图  Figure 1（来源：Nature）</a:t>
            </a:r>
          </a:p>
        </p:txBody>
      </p:sp>
      <p:pic>
        <p:nvPicPr>
          <p:cNvPr id="17" name="Picture 16" descr="cfh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808" y="1426464"/>
            <a:ext cx="5358911" cy="492861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60196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CNS 三大主刊 2026.10.15 ｜生物医学文献汇报（一文一页）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201168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201168"/>
            <a:ext cx="12344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兴奋性神经元异常表达 ERBB4 是阿尔茨海默病早期病理的驱动因素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12064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0DCE8"/>
                </a:solidFill>
                <a:latin typeface="Calibri"/>
                <a:ea typeface="微软雅黑"/>
                <a:cs typeface="Calibri"/>
              </a:rPr>
              <a:t>Aberrant excitatory neuronal ERBB4 promotes Alzheimer’s disease pathology  ·  Lee / Chung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1078992"/>
            <a:ext cx="5742432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152144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主要内容总结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426464"/>
            <a:ext cx="548640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AD 早期突触丢失并非胶质“先动手”。兴奋性神经元异位表达 ERBB4 才是驱动因素，胶质吞噬异常是下游。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3529584"/>
            <a:ext cx="57424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358444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关键结论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58768"/>
            <a:ext cx="55229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胶质增加吞兴奋性突触、少吞抑制性突触；炎症本身解释不了早期失衡。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兴奋性神经元敲除 Erbb4，网络、突触、胶质、斑块和认知都改善。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野生型过表达即可重现 AD 样表型（无需斑块），下游靠 mTOR。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925312"/>
            <a:ext cx="5742432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Se Young Lee, Won-Suk Chung 等  ·  KAIST  ·  Nature 658, 725 附近 (2026)  ·  DOI: 10.1038/s41586-026-10964-z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115568"/>
            <a:ext cx="5833872" cy="534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170432"/>
            <a:ext cx="55595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主图  Figure 1（来源：Nature）</a:t>
            </a:r>
          </a:p>
        </p:txBody>
      </p:sp>
      <p:pic>
        <p:nvPicPr>
          <p:cNvPr id="17" name="Picture 16" descr="erbb4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2156129"/>
            <a:ext cx="5614416" cy="346928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60196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CNS 三大主刊 2026.10.15 ｜生物医学文献汇报（一文一页）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201168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201168"/>
            <a:ext cx="12344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灵活决策的细胞计算：顶端树突编码抽象规则，胞体编码感觉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12064"/>
            <a:ext cx="10241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0DCE8"/>
                </a:solidFill>
                <a:latin typeface="Calibri"/>
                <a:ea typeface="微软雅黑"/>
                <a:cs typeface="Calibri"/>
              </a:rPr>
              <a:t>Dendritic computation for abstract rule-based flexible decision-making  ·  Zhang / Xu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1078992"/>
            <a:ext cx="5742432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152144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3D7A"/>
                </a:solidFill>
                <a:latin typeface="Calibri"/>
                <a:ea typeface="微软雅黑"/>
                <a:cs typeface="Calibri"/>
              </a:rPr>
              <a:t>主要内容总结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426464"/>
            <a:ext cx="548640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灵活决策时，同一神经元分工明确：顶端树突编码抽象规则，胞体编码感觉，两者整合才产生选择。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3529584"/>
            <a:ext cx="57424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358444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3D7A"/>
                </a:solidFill>
                <a:latin typeface="Calibri"/>
                <a:ea typeface="微软雅黑"/>
                <a:cs typeface="Calibri"/>
              </a:rPr>
              <a:t>关键结论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58768"/>
            <a:ext cx="55229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听皮层 L5 ET 神经元：树突编规则，胞体编感觉，两边都有选择信号。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光遗传抑制树突后，胞体上规则依赖的选择编码明显减弱。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微软雅黑"/>
                <a:cs typeface="Calibri"/>
              </a:rPr>
              <a:t>•  单个神经元内部即可完成“规则 × 感觉 → 选择”。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925312"/>
            <a:ext cx="5742432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张园、徐宁龙 等  ·  中科院脑智卓越中心  ·  Science 394, 287 (2026)  ·  DOI: 10.1126/science.adz5323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115568"/>
            <a:ext cx="5833872" cy="534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170432"/>
            <a:ext cx="55595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B5563"/>
                </a:solidFill>
                <a:latin typeface="Calibri"/>
                <a:ea typeface="微软雅黑"/>
                <a:cs typeface="Calibri"/>
              </a:rPr>
              <a:t>主图  按原文核心结论重绘的机制示意图（Science 原图因版权墙未能下载）</a:t>
            </a:r>
          </a:p>
        </p:txBody>
      </p:sp>
      <p:pic>
        <p:nvPicPr>
          <p:cNvPr id="17" name="Picture 16" descr="dend_sc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1960816"/>
            <a:ext cx="5614416" cy="385991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60196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CNS 三大主刊 2026.10.15 ｜生物医学文献汇报（一文一页）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