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今天汇报 2026 年 10 月 15 日这一期 Cell、Nature、Science 的生物医学论文。一共 12 篇，一文一页。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12 篇分三组。前 3 篇是点名的 Cell：降解读出、ADC 性别耐药、抗体超突变。中间 5 篇是递送、发育障碍的成年挽救、皮层发育模型。后 4 篇是胶质、神经保护、阿尔茨海默和树突计算。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这篇解决一个检测问题：PROTAC、分子胶把蛋白降解掉，常规方法是蛋白越少信号越弱，降一点就看不见，没法用来筛药。</a:t>
            </a:r>
          </a:p>
          <a:p/>
          <a:p>
            <a:r>
              <a:rPr sz="1400">
                <a:latin typeface="Calibri"/>
              </a:rPr>
              <a:t>他们做了一条活细胞回路，把“蛋白变少”变成“灯变亮”。回路就三样东西。dCas9 接上激活结构域 VPR，本身会打开 GFP。AcrIIA4 是抑制剂，抱住 dCas9，灯就关着。关键设计是：目标蛋白和 Acr 写成同一条融合肽。蛋白酶体拖走目标蛋白时，抑制剂作为同一分子跟着被水解，不是另走一套降解通路。Acr 一少，dCas9 被释放，GFP 就亮。</a:t>
            </a:r>
          </a:p>
          <a:p/>
          <a:p>
            <a:r>
              <a:rPr sz="1400">
                <a:latin typeface="Calibri"/>
              </a:rPr>
              <a:t>灵敏度不看蛋白绝对量，看起始 Acr 和 dCas9 的比例，小降幅能放大一百到一千倍。已经用来筛到新的分子胶。</a:t>
            </a:r>
          </a:p>
          <a:p/>
          <a:p>
            <a:r>
              <a:rPr sz="1400">
                <a:latin typeface="Calibri"/>
              </a:rPr>
              <a:t>一句话：蛋白和抑制剂绑在同一条肽上，蛋白没了，抑制剂就没了，灯就亮了。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这篇问：抗体偶联药物为什么雌性更差。</a:t>
            </a:r>
          </a:p>
          <a:p/>
          <a:p>
            <a:r>
              <a:rPr sz="1400">
                <a:latin typeface="Calibri"/>
              </a:rPr>
              <a:t>天津这组用 55 例胰腺癌人源化小鼠，抗原水平相当，雌性对 ADC 就是更差。原因不是靶点丢了。雌激素经受体 GPER1，把肿瘤里的 STING 从“抗病毒干扰素”拧成“招中性粒细胞”；中性粒细胞在肿瘤外铺一层带电网，叫 NET，把抗体挡在抗原外面。抗原还在，药够不到，他们称为功能性抗原屏蔽。</a:t>
            </a:r>
          </a:p>
          <a:p/>
          <a:p>
            <a:r>
              <a:rPr sz="1400">
                <a:latin typeface="Calibri"/>
              </a:rPr>
              <a:t>打断这层网，雌性疗效能回来。临床里 NET 高的人，对多种抗体药也更差。</a:t>
            </a:r>
          </a:p>
          <a:p/>
          <a:p>
            <a:r>
              <a:rPr sz="1400">
                <a:latin typeface="Calibri"/>
              </a:rPr>
              <a:t>一句话：耐药不一定是靶点没了，也可能是微环境把药拦住了。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抗体多样性靠酶 AID 在可变区乱突变。一直不清楚它为什么专打这里、不打全基因组。</a:t>
            </a:r>
          </a:p>
          <a:p/>
          <a:p>
            <a:r>
              <a:rPr sz="1400">
                <a:latin typeface="Calibri"/>
              </a:rPr>
              <a:t>这篇找到了导航器。多数抗体重链基因上游埋着一段已经死掉的古老 LINE-1，不能再转座。基因重排后，启动子往上游读出长反义 RNA，招来本来盯转座子的 HUSH 复合体，再把 AID 带到这个基因上。右边上半是这条路通的时候，超突变强；下半没有 L1，突变就弱。</a:t>
            </a:r>
          </a:p>
          <a:p/>
          <a:p>
            <a:r>
              <a:rPr sz="1400">
                <a:latin typeface="Calibri"/>
              </a:rPr>
              <a:t>拿掉 L1 或 HUSH，小鼠超突变下降；把 L1 插到别处，AID 就会打错地方。</a:t>
            </a:r>
          </a:p>
          <a:p/>
          <a:p>
            <a:r>
              <a:rPr sz="1400">
                <a:latin typeface="Calibri"/>
              </a:rPr>
              <a:t>一句话：B 细胞把防转座子的旧机器，改造成了造抗体多样性的工具。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RNA 药要进细胞。天然病毒衣壳形状很单一，临床用的脂质纳米粒效率也不够好。</a:t>
            </a:r>
          </a:p>
          <a:p/>
          <a:p>
            <a:r>
              <a:rPr sz="1400">
                <a:latin typeface="Calibri"/>
              </a:rPr>
              <a:t>这篇不抄天然衣壳，用 AI 设计新的蛋白组装体，接上贴膜、出芽、绑 RNA 的结构域，筛了一百多种，最好的是平面八聚体 STV-C8。右边 Figure 1 就是组装、出芽、进细胞、把 RNA 表达出来这一套。</a:t>
            </a:r>
          </a:p>
          <a:p/>
          <a:p>
            <a:r>
              <a:rPr sz="1400">
                <a:latin typeface="Calibri"/>
              </a:rPr>
              <a:t>它比常用病毒样颗粒和临床脂质纳米粒递送更强，还能用设计肽改靶细胞。小鼠里短期安全；在病人细胞和猪里送 Cas9，删掉肌营养不良相关的 dystrophin 第 51 外显子。</a:t>
            </a:r>
          </a:p>
          <a:p/>
          <a:p>
            <a:r>
              <a:rPr sz="1400">
                <a:latin typeface="Calibri"/>
              </a:rPr>
              <a:t>一句话：载体不一定抄病毒，形状和入胞路径都可以重写。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抗体偶联药通常要被细胞吞进去、进溶酶体才释放。大约九成膜蛋白很少内吞，药结合上去很快掉下来被清掉，很多靶点根本用不了。</a:t>
            </a:r>
          </a:p>
          <a:p/>
          <a:p>
            <a:r>
              <a:rPr sz="1400">
                <a:latin typeface="Calibri"/>
              </a:rPr>
              <a:t>这篇改释放这一步：配体一咬住靶点，口袋里旁边的氨基酸直接切断连接子，药当场释放，不需要进细胞。化学叫 PhoPEx，血液里稳定，靠近靶点才反应。左边对比两种范式，右边是 FAP 的例子。</a:t>
            </a:r>
          </a:p>
          <a:p/>
          <a:p>
            <a:r>
              <a:rPr sz="1400">
                <a:latin typeface="Calibri"/>
              </a:rPr>
              <a:t>瘤内药物暴露是旧方法的近 6 倍，多种肿瘤模型接近消退，还扩到了 PD-L1。</a:t>
            </a:r>
          </a:p>
          <a:p/>
          <a:p>
            <a:r>
              <a:rPr sz="1400">
                <a:latin typeface="Calibri"/>
              </a:rPr>
              <a:t>一句话：释放不一定非要进细胞。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自闭、癫痫这类发育障碍，常被认为成年窗口就关了，没法治。</a:t>
            </a:r>
          </a:p>
          <a:p/>
          <a:p>
            <a:r>
              <a:rPr sz="1400">
                <a:latin typeface="Calibri"/>
              </a:rPr>
              <a:t>海马里有一类 PV 中间神经元，管着别的细胞别太兴奋。发育期它坏了，就会过兴奋、癫痫、认知差。这组先找出成年后仍能被经验调节的 PV 基因，不少在病人里是剂量不够。然后只在成年模型小鼠的 PV 细胞里把转录因子 Meis2 补回去，不是满脑子灌药。</a:t>
            </a:r>
          </a:p>
          <a:p/>
          <a:p>
            <a:r>
              <a:rPr sz="1400">
                <a:latin typeface="Calibri"/>
              </a:rPr>
              <a:t>可塑性回来，兴奋抑制平衡回来，空间记忆和社会记忆改善，癫痫也被压住。</a:t>
            </a:r>
          </a:p>
          <a:p/>
          <a:p>
            <a:r>
              <a:rPr sz="1400">
                <a:latin typeface="Calibri"/>
              </a:rPr>
              <a:t>一句话：窗口未必关死，关键是打没打到对的细胞。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皮层类器官常被当做人脑发育模型和筛药平台。体内祖细胞有严格时间表：先扩增，再按顺序产深层、浅层神经元。</a:t>
            </a:r>
          </a:p>
          <a:p/>
          <a:p>
            <a:r>
              <a:rPr sz="1400">
                <a:latin typeface="Calibri"/>
              </a:rPr>
              <a:t>这篇用单克隆示踪，把类器官和胚胎对着比。类器官里祖细胞增殖很随性，大约三分之一克隆命运受限，体内只有约百分之三，一个克隆里做出的神经元种类也变少。但细胞“会做哪种神经元”的转录身份还在，缺的是周围龛位给的信号，不是细胞自己不会做。</a:t>
            </a:r>
          </a:p>
          <a:p/>
          <a:p>
            <a:r>
              <a:rPr sz="1400">
                <a:latin typeface="Calibri"/>
              </a:rPr>
              <a:t>一句话：筛药没效果时，要分清是药不行，还是模型没把发育时序走完。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人皮层早期祖细胞扩得很快，代谢怎么变以前没有系统地图。</a:t>
            </a:r>
          </a:p>
          <a:p/>
          <a:p>
            <a:r>
              <a:rPr sz="1400">
                <a:latin typeface="Calibri"/>
              </a:rPr>
              <a:t>他们用原代人组织和类器官，画了五个时段的图谱。意外的是，晚期神经发生时糖酵解和磷酸戊糖途径不降反升。压低葡萄糖，或者抑制这条途径的酶，外侧放射状胶质和抑制性神经元都会变多；补核糖又能把放射状胶质拉回来。</a:t>
            </a:r>
          </a:p>
          <a:p/>
          <a:p>
            <a:r>
              <a:rPr sz="1400">
                <a:latin typeface="Calibri"/>
              </a:rPr>
              <a:t>一句话：磷酸戊糖途径不只是供核酸，它直接卡着放射状胶质变成什么。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精神分裂症等很多风险位点在非编码区。过去几乎只盯神经元，胶质在发育中怎么用这些增强子，缺原代数据。</a:t>
            </a:r>
          </a:p>
          <a:p/>
          <a:p>
            <a:r>
              <a:rPr sz="1400">
                <a:latin typeface="Calibri"/>
              </a:rPr>
              <a:t>这组分选四种胶质：两种放射状胶质、少突前体、小胶质，把转录、开放染色质、甲基化、三维互作叠在一起。一百多个精分位点落到胶质增强子上，有的在体内能破坏放射状胶质的增强子。人特有的加速区也富集在外侧放射状胶质上。</a:t>
            </a:r>
          </a:p>
          <a:p/>
          <a:p>
            <a:r>
              <a:rPr sz="1400">
                <a:latin typeface="Calibri"/>
              </a:rPr>
              <a:t>一句话：看非编码变异，不能只盯神经元。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补体 H 因子一般被认为是血浆里管补体的。多发性硬化的残疾主要来自神经元死掉，有的神经元扛得住、有的扛不住。</a:t>
            </a:r>
          </a:p>
          <a:p/>
          <a:p>
            <a:r>
              <a:rPr sz="1400">
                <a:latin typeface="Calibri"/>
              </a:rPr>
              <a:t>作者发现，扛得住的视网膜神经节细胞里 CFH 更高。它其实待在内质网里，挡住氧化和脂质过氧化，相当于抗铁死亡。这不需要分泌出去，也不需要补体 C3。神经元里去掉它，炎症模型更重；补回细胞内这一段，恢复会好一些。</a:t>
            </a:r>
          </a:p>
          <a:p/>
          <a:p>
            <a:r>
              <a:rPr sz="1400">
                <a:latin typeface="Calibri"/>
              </a:rPr>
              <a:t>一句话：CFH 不只在胞外灭补体，也是神经元内部的保护因子。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阿尔茨海默早期突触丢失，常被说成小胶质吞得太狠。这篇问：胶质是因还是果。</a:t>
            </a:r>
          </a:p>
          <a:p/>
          <a:p>
            <a:r>
              <a:rPr sz="1400">
                <a:latin typeface="Calibri"/>
              </a:rPr>
              <a:t>胶质确实多吞兴奋性突触，但单靠炎症解释不了这么早。更早出现的是兴奋性神经元错误地表达 ERBB4——这个受体本来该在抑制性神经元上。在这些细胞里敲掉它，网络、斑块、认知都改善；在正常小鼠里过表达，没有斑块也能做出类似表型。</a:t>
            </a:r>
          </a:p>
          <a:p/>
          <a:p>
            <a:r>
              <a:rPr sz="1400">
                <a:latin typeface="Calibri"/>
              </a:rPr>
              <a:t>一句话：不是胶质先动手，是兴奋性神经元先把受体表达错了。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灵活决策要把“此刻听到什么”和“当前按哪条规则”乘在一起。树突能不能做这件事，以前缺直接证据。</a:t>
            </a:r>
          </a:p>
          <a:p/>
          <a:p>
            <a:r>
              <a:rPr sz="1400">
                <a:latin typeface="Calibri"/>
              </a:rPr>
              <a:t>小鼠做会切换规则的听觉分类，同时看同一颗听皮层神经元的树突和胞体。顶端树突主要编码规则，胞体主要编码声音，选择信号两边都有。把树突关掉，胞体上按规则做选择的信号就弱了。</a:t>
            </a:r>
          </a:p>
          <a:p/>
          <a:p>
            <a:r>
              <a:rPr sz="1400">
                <a:latin typeface="Calibri"/>
              </a:rPr>
              <a:t>一句话：不必先堆一个大网络，一颗神经元内部就可以完成规则乘以感觉。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E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4D4E6"/>
                </a:solidFill>
                <a:latin typeface="Calibri"/>
                <a:ea typeface="微软雅黑"/>
                <a:cs typeface="Calibri"/>
              </a:rPr>
              <a:t>CNS 三大主刊 ｜ 2026 年 10 月 15 日当周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生物医学文献汇报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60"/>
            <a:ext cx="10972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8EEF4"/>
                </a:solidFill>
                <a:latin typeface="Calibri"/>
                <a:ea typeface="微软雅黑"/>
                <a:cs typeface="Calibri"/>
              </a:rPr>
              <a:t>12 篇研究论文  ·  一文一页  ·  主要内容总结 + 关键结论 + 主图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109728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D4E6"/>
                </a:solidFill>
                <a:latin typeface="Calibri"/>
                <a:ea typeface="微软雅黑"/>
                <a:cs typeface="Calibri"/>
              </a:rPr>
              <a:t>Cell  Vol.189 Issue 21    Nature  Vol.658 Issue 8136    Science  Vol.394 Issue 6821
范围：研究论文（Article）。主图优先采用 Graphical Abstract 或 Figure 1。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目录  ·  12 篇一文一页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你点名的 3 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71016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71016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271016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[Cell]  用蛋白降解驱动比例型转录激活，把“蛋白变少”变成可筛选信号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00200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00200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[Cell]  雌激素重编程 STING，促使 NET“功能性抗原屏蔽”，造成 ADC 的女性偏倚耐药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929384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29384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929384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[Cell]  B 细胞“征用”古老 LINE-1，借助 HUSH 把 AID 精确带到 VH 基因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331720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较高相关 5 篇（递送 / NDD 窗口 / 皮层发育）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42616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642616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642616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AI 设计合成蛋白组装体，做成比病毒/LNP 更强的 RNA 递送载具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971800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71800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971800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Binding-to-release：结合口袋里就裂解，靶向递药不再依赖内吞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300984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300984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300984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成体恢复海马 PV 中间神经元可塑性，可逆转神经发育障碍的认知与癫痫表型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30168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630168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630168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皮层类器官里放射状胶质细胞“会报时、不会报分”：谱系时序与体内脱钩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959352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959352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959352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[Cell]  早期人皮层代谢图谱：糖酵解/磷酸戊糖途径开关决定放射状胶质命运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361688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3D7A"/>
                </a:solidFill>
                <a:latin typeface="Calibri"/>
                <a:ea typeface="微软雅黑"/>
                <a:cs typeface="Calibri"/>
              </a:rPr>
              <a:t>中等相关 4 篇（胶质 / 神经保护 / AD / 树突计算）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672584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672584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672584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发育中人皮层四种胶质细胞的 3D 表观基因组，定位精分风险与人加速区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001768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001768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001768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补体 H 因子在神经元细胞内抗铁死亡，保护炎症中的中枢神经元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330952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330952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330952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兴奋性神经元异常表达 ERBB4 是阿尔茨海默病早期病理的驱动因素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60136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660136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660136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[Science]  灵活决策的细胞计算：顶端树突编码抽象规则，胞体编码感觉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用蛋白降解驱动比例型转录激活，把“蛋白变少”变成可筛选信号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Ratiometric transcriptional activation by protein degradation  ·  Gray / Banik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关键设计不是两套降解通路，而是一条融合肽：POI–FKBP12F36V–AcrIIA4。Acr 抱住 dCas9-VPR，灯关着；蛋白酶体拖走目标蛋白时整条链一起没，Acr 跟着没，dCas9 被释放去开 GFP。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POI、FKBP12F36V 和 AcrIIA4 是同一条肽：目标蛋白进蛋白酶体，抑制剂作为同一分子跟着被水解。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灵敏度由起始 Acr / dCas9-VPR 比例决定，小降幅可放大 100–1000 倍。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三路正交 dCas–Acr 可同时读多个靶点；已筛到新的分子胶。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Melissa A. Gray, Steven M. Banik 等  ·  Stanford  ·  Cell 189, 6666–6683 (2026)  ·  DOI: 10.1016/j.cell.2026.08.009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Graphical abstract（来源：Cell）</a:t>
            </a:r>
          </a:p>
        </p:txBody>
      </p:sp>
      <p:pic>
        <p:nvPicPr>
          <p:cNvPr id="17" name="Picture 16" descr="rta_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956" y="1426464"/>
            <a:ext cx="4928616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雌激素重编程 STING，促使 NET“功能性抗原屏蔽”，造成 ADC 的女性偏倚耐药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STING reprogramming by estrogen … sex-biased resistance to ADC therapy  ·  Yan / Hao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雌性对 CLDN18.2-ADC 耐药，不是抗原更低，而是雌激素促使 NET 挡住抗体，形成“功能性抗原屏蔽”。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55 例人源化 PDX：抗原相当，雌性对 CLDN18.2-ADC 仍耐药。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通路：雌激素–GPER1–TRAF6，STING 从 IFN 转到 CXCL1/NET。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西维来司他可恢复疗效；NET 负荷也与多种抗体疗法疗效差相关。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闫璟瑞、周天兴、石尚亨、王滨、郝继辉 等  ·  天津医科大学肿瘤医院  ·  Cell 189, 6752–6770 (2026)  ·  DOI: 10.1016/j.cell.2026.09.031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Graphical abstract（来源：Cell）</a:t>
            </a:r>
          </a:p>
        </p:txBody>
      </p:sp>
      <p:pic>
        <p:nvPicPr>
          <p:cNvPr id="17" name="Picture 16" descr="sting_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956" y="1426464"/>
            <a:ext cx="4928616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2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B 细胞“征用”古老 LINE-1，借助 HUSH 把 AID 精确带到 VH 基因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Co-option of retrotransposons promotes antibody diversification  ·  Lauring / Basu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AID 为何专打免疫球蛋白可变区？答案是 VH 上游的古老 LINE-1：B 细胞借 HUSH 把 AID 精确带到重排后的 VH 基因。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多数 VH 上游有古老、已无转座能力的 L1，经反义 RNA 招募 HUSH/AID。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去掉 HUSH 或上游 L1，小鼠体内超突变下降。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L1 插到非 Ig 位点会引发脱靶突变：固有免疫机制被征用做抗体多样化。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Max C. Lauring, Jiguang Wang, Uttiya Basu 等  ·  Columbia / HKUST  ·  Cell 189, 6684–6704 (2026)  ·  DOI: 10.1016/j.cell.2026.07.021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Graphical abstract（来源：Cell）</a:t>
            </a:r>
          </a:p>
        </p:txBody>
      </p:sp>
      <p:pic>
        <p:nvPicPr>
          <p:cNvPr id="17" name="Picture 16" descr="l1_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956" y="1426464"/>
            <a:ext cx="4928616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3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AI 设计合成蛋白组装体，做成比病毒/LNP 更强的 RNA 递送载具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Creating bottom-up RNA transfer vehicles from synthetic protein assemblies  ·  Schuhmacher / Wurst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用 AI 设计合成蛋白组装体，自下而上做 RNA 载具，绕开天然衣壳的形状限制，实现高效、可编程递送。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最优为平面 C8 对称的 STV-C8，效率高于病毒样颗粒和临床 LNP。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可用设计肽改写嗜性；可运载编辑器、抗病毒 RNA、转录因子。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小鼠安全性良好；猪和患者细胞中递送 Cas9，删除 dystrophin 外显子 51。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Maren Kirstin Schuhmacher, Wolfgang Wurst 等  ·  Helmholtz / TUM  ·  Nature 658, 805–814 (2026)  ·  DOI: 10.1038/s41586-026-10952-3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stv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8015" y="1426464"/>
            <a:ext cx="4244497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4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Binding-to-release：结合口袋里就裂解，靶向递药不再依赖内吞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A binding-to-release strategy for targeted anticancer drug delivery  ·  Wen / Liu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传统偶联药物必须内吞才释放。本文让配体一结合就在口袋里切断连接子，内吞差的靶点也能用。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PhoPEx 连接子在 FAP Tyr745 处邻近触发裂解，不走溶酶体。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瘤内 MMAE 暴露为内吞依赖 SMDC 的 5.9 倍，瘤/血、瘤/肝比更高。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多种瘤模型接近完全消退；已扩展到 PD-L1 和 FAP 肽。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文梓豪、徐梦欣、刘志博 等  ·  北京大学  ·  Nature 658, 785–794 (2026)  ·  DOI: 10.1038/s41586-026-10971-0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btr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9687" y="1426464"/>
            <a:ext cx="3801154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5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成体恢复海马 PV 中间神经元可塑性，可逆转神经发育障碍的认知与癫痫表型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Procognitive restoration of PV neuron plasticity in neurodevelopmental disorders  ·  Shih / Sahay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神经发育障碍未必成年不可逆。在海马 PV 中间神经元中恢复经验依赖可塑性，即可改善认知并压住癫痫。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成体 CA3/CA2 的 XPG 中，大量基因在自闭/癫痫/精分呈单倍不足。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成年 Cntnap2−/− 小鼠 PV 神经元上调 Meis2，可恢复可塑性与 E/I 平衡。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空间/社会记忆、尖波涟漪改善，癫痫被抑制。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Yu-Tzu Shih, Amar Sahay 等  ·  MGH / Harvard  ·  Nature 658, 725 附近 (2026)  ·  DOI: 10.1038/s41586-026-10907-8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pv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264" y="1426464"/>
            <a:ext cx="4132000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6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皮层类器官里放射状胶质细胞“会报时、不会报分”：谱系时序与体内脱钩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Temporal uncoupling of radial glia lineage progression in cortical organoids  ·  Stouffer / Hippenmeyer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MADM 显示：皮层类器官里的放射状胶质细胞会“报时、不会报分”——谱系时钟与体内脱钩，缺的是龛位信号。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类器官 RGP 增殖高度可塑，不再按体内刻板时钟推进。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约 1/3 克隆命运受限（体内约 3%），克隆内神经元多样性下降。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转录身份仍均一，缺的是龛位信号；筛药时要分开“药无效”和“模型缺时序”。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Melissa Stouffer, Simon Hippenmeyer 等  ·  ISTA  ·  Nature 658, 716–724 (2026)  ·  DOI: 10.1038/s41586-026-10916-7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rgp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686" y="1426464"/>
            <a:ext cx="4199155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7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早期人皮层代谢图谱：糖酵解/磷酸戊糖途径开关决定放射状胶质命运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Metabolic atlas of early human cortex … PPP control of cell fate  ·  Mil / Bhaduri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绘制早期人皮层代谢图谱，发现磷酸戊糖途径是放射状胶质命运的开关。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晚期神经发生时糖酵解和 PPP 意外升高。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降糖或抑制 G6PD/TKT → oRG 和抑制性神经元增多。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补核糖可挽救 RG 基因、细胞组成，并恢复 ATP 与亚牛磺酸。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Jessenya Mil, Heather Christofk, Aparna Bhaduri 等  ·  UCLA  ·  Cell 189, 6810–6828 (2026)  ·  DOI: 10.1016/j.cell.2026.07.023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Graphical abstract（来源：Cell）</a:t>
            </a:r>
          </a:p>
        </p:txBody>
      </p:sp>
      <p:pic>
        <p:nvPicPr>
          <p:cNvPr id="17" name="Picture 16" descr="metab_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956" y="1426464"/>
            <a:ext cx="4928616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8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发育中人皮层四种胶质细胞的 3D 表观基因组，定位精分风险与人加速区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3D epigenome of glial cell types in developing human cortex  ·  Jones / Shen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画出中孕期四种胶质的 3D 表观组，把精神分裂症非编码风险和人加速区落到胶质特异增强子上。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分选 vRG、oRG、OPC、小胶质，整合 RNA/ATAC/甲基化/PLAC-seq。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112 个精分风险位点落在胶质 cCRE；rs4449074 可破坏 vRG 增强子。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oRG 的 cCRE 富集人加速区，部分活性与黑猩猩直向同源不同。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Ian R. Jones, Li Wang, Yin Shen, Arnold Kriegstein 等  ·  UCSF  ·  Nature 658, 795–804 (2026)  ·  DOI: 10.1038/s41586-026-10987-6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glia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6" y="2246865"/>
            <a:ext cx="5614416" cy="328781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补体 H 因子在神经元细胞内抗铁死亡，保护炎症中的中枢神经元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Intracellular complement factor H protects neurons during CNS inflammation  ·  Mayer / Friese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补体 H 因子不只在胞外调补体：它在神经元细胞内抗铁死亡，是炎症中神经元耐受力的内在机制。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CFH 定位内质网，限制 ROS 和脂质过氧化，对抗铁死亡。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保护靠 C 端 SCR20，不依赖分泌，也不依赖 C3。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神经元缺 CFH 使 EAE 更重；补回胞内 CFH/SCR20 可改善恢复。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Christina Mayer, Marcel S. Woo, Manuel A. Friese 等  ·  Hamburg INIMS  ·  Nature 658, 765–773 (2026)  ·  DOI: 10.1038/s41586-026-10981-y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cfh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808" y="1426464"/>
            <a:ext cx="5358911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兴奋性神经元异常表达 ERBB4 是阿尔茨海默病早期病理的驱动因素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Aberrant excitatory neuronal ERBB4 promotes Alzheimer’s disease pathology  ·  Lee / Chung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AD 早期突触丢失并非胶质“先动手”。兴奋性神经元异位表达 ERBB4 才是驱动因素，胶质吞噬异常是下游。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胶质增加吞兴奋性突触、少吞抑制性突触；炎症本身解释不了早期失衡。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兴奋性神经元敲除 Erbb4，网络、突触、胶质、斑块和认知都改善。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野生型过表达即可重现 AD 样表型（无需斑块），下游靠 mTOR。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Se Young Lee, Won-Suk Chung 等  ·  KAIST  ·  Nature 658, 725 附近 (2026)  ·  DOI: 10.1038/s41586-026-10964-z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erbb4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6" y="2156129"/>
            <a:ext cx="5614416" cy="3469285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00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灵活决策的细胞计算：顶端树突编码抽象规则，胞体编码感觉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Dendritic computation for abstract rule-based flexible decision-making  ·  Zhang / Xu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3D7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灵活决策时，同一神经元分工明确：顶端树突编码抽象规则，胞体编码感觉，两者整合才产生选择。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3D7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听皮层 L5 ET 神经元：树突编规则，胞体编感觉，两边都有选择信号。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光遗传抑制树突后，胞体上规则依赖的选择编码明显减弱。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单个神经元内部即可完成“规则 × 感觉 → 选择”。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张园、徐宁龙 等  ·  中科院脑智卓越中心  ·  Science 394, 287 (2026)  ·  DOI: 10.1126/science.adz5323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按原文核心结论重绘的机制示意图（Science 原图因版权墙未能下载）</a:t>
            </a:r>
          </a:p>
        </p:txBody>
      </p:sp>
      <p:pic>
        <p:nvPicPr>
          <p:cNvPr id="17" name="Picture 16" descr="dend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6" y="1960816"/>
            <a:ext cx="5614416" cy="385991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